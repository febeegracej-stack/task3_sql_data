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538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358F-CCDF-7272-F4AF-EB791001D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073A67-4596-B292-392F-8682725D76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73E6D-236D-03C1-1A36-56C141BC5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077F-5FFD-4AE6-A2EE-86D21C335D9F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188C2-0155-FC3F-F044-D852C0156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5A139-5481-777C-648E-3442A8FF9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CC5D8-BD9E-47F7-9829-CAF8474E8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76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20F95-0963-B2C8-631B-0B3AFCE6B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4D7AA-58EB-5FA6-E09F-A346A03E9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845F5-8D30-5A38-D70F-2B8C638D5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077F-5FFD-4AE6-A2EE-86D21C335D9F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D7618-82E9-E693-9749-C4C7105C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68ECF-E6C5-4D0A-93A5-A7D662F4A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CC5D8-BD9E-47F7-9829-CAF8474E8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592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E1DEF-C6B9-CE91-E87D-169398C67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852EF-A3A3-BD72-06FA-8DA2AF82B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DF475-2944-84B5-26AF-C6CBDA920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077F-5FFD-4AE6-A2EE-86D21C335D9F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F684C-0D0C-F29B-CF04-CC3B6458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00265-3190-9088-090D-A9F41E0BE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CC5D8-BD9E-47F7-9829-CAF8474E8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029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2A583-B3B6-CA1B-D0A8-FC9F9FA8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6412C-8336-7F86-E520-7579B80C76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2B2578-AA14-A959-D180-F4C370F37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81046E-7252-3C7F-7C7B-02D350F46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077F-5FFD-4AE6-A2EE-86D21C335D9F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DACAC-ACA1-40DC-116D-6C6558B63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B3617-82D4-D45E-0414-195123847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CC5D8-BD9E-47F7-9829-CAF8474E8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703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12F93-D89B-23E7-3824-384D18421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29BDF-F62F-8E4C-74A0-4AB093CE0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50B289-33BD-500C-FE21-034028A87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FBDA9A-23A9-436C-A758-607FD1CFE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5C1E6B-8F7C-E015-038E-3899FAA02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71D553-56CC-559D-7C18-4F10BF300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077F-5FFD-4AE6-A2EE-86D21C335D9F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9B9A21-4102-238D-847B-F256E5BA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A210DE-2BBB-6C00-18F3-64DE7CEE4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CC5D8-BD9E-47F7-9829-CAF8474E8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328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024C-9240-46E6-C1E3-338F2EF2D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854A7-CEDA-59D7-B27B-88ABE60AD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077F-5FFD-4AE6-A2EE-86D21C335D9F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ACD6EA-F44B-BF7B-F23F-0DA9E979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C14F8B-88E0-B244-5715-9B1A2F519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CC5D8-BD9E-47F7-9829-CAF8474E8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688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06EA4E-F4C4-A9CE-3B61-E6DAA3F95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077F-5FFD-4AE6-A2EE-86D21C335D9F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A24C54-ABF1-8865-8E2C-219776EB4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209AC-DBE2-B89B-FE50-316A032B6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CC5D8-BD9E-47F7-9829-CAF8474E8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460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B28EB-A412-51E6-B90F-D6E8D1E63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C3CC7-13DE-C931-DEDF-A8F3F574E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080503-550F-4F1C-F4E8-EDC9D1AA7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16EF30-F07D-C139-6479-5BDB725B0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077F-5FFD-4AE6-A2EE-86D21C335D9F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A2170-730B-5313-6E33-A63C30FCD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D0D04-367C-C468-F745-C6A4EFEAD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CC5D8-BD9E-47F7-9829-CAF8474E8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18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9924-5239-9501-35CC-90E202C29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86F4E-F2DA-2609-8DF0-4E53AD17A4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F0709-E80B-C660-D435-2113943739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51D2A-E243-56D6-3B86-634E2BF4B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077F-5FFD-4AE6-A2EE-86D21C335D9F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97178-5E79-C0CE-B52C-E9058D616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5F499-1ADC-EDDC-26F6-B58D9C751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CC5D8-BD9E-47F7-9829-CAF8474E8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75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0F19E-8AFF-185E-FAD9-65637B52C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198F6D-B202-975D-01AD-5DEFE7985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749E5-A786-343A-1375-D808FB27E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077F-5FFD-4AE6-A2EE-86D21C335D9F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6101F-B514-A83E-D1DD-177FBB829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92248-F96D-4C35-12F1-45E0E7898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CC5D8-BD9E-47F7-9829-CAF8474E8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226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415F4B-73A5-90AA-D338-24AD4D6E0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E8B959-782B-B77C-6477-3207D66D68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8536E-DA77-7BA0-6A0F-D81DD807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077F-5FFD-4AE6-A2EE-86D21C335D9F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2D153-79B4-C4EA-C6AB-7147450BC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B7E00-5C61-F0A6-B904-6D3B2154D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CC5D8-BD9E-47F7-9829-CAF8474E8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990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471401-2F8D-7B66-F458-051ED5716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6B6D5-337F-67CC-C518-4579F7938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1EB51-9BA7-F6D2-77D4-8FF568594D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97077F-5FFD-4AE6-A2EE-86D21C335D9F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C1188-7564-EEAA-6C91-B399309DC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F1317-9396-8406-5A37-22984C4A9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2CC5D8-BD9E-47F7-9829-CAF8474E84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51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83808-D684-7C4E-5045-016405EFBE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Screenshots of SQL Queries and their output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17011-3863-759F-1BF2-0F4037A876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42677A-87E4-A7DA-2F7B-E05C7D4649DA}"/>
              </a:ext>
            </a:extLst>
          </p:cNvPr>
          <p:cNvSpPr/>
          <p:nvPr/>
        </p:nvSpPr>
        <p:spPr>
          <a:xfrm>
            <a:off x="-4041057" y="-170822"/>
            <a:ext cx="5565058" cy="71097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08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C103E-3C00-0C32-09C7-A1F99A97B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630444" cy="922421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1: Retrieve all customers</a:t>
            </a:r>
            <a:br>
              <a:rPr lang="en-US" dirty="0"/>
            </a:b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E433003-F3DB-19FC-37AE-3D5130AF9A1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98" b="10998"/>
          <a:stretch>
            <a:fillRect/>
          </a:stretch>
        </p:blipFill>
        <p:spPr>
          <a:xfrm>
            <a:off x="839788" y="1379621"/>
            <a:ext cx="10515600" cy="448142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7BD4D-E80E-D78F-B514-4AAC9CE47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26904" y="7900736"/>
            <a:ext cx="3932237" cy="84221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9033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BC542-AD44-ABE3-874F-FA63E62E8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B824C-0154-2903-674C-E0E2DD9D1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630444" cy="922421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2: Filter USA customers</a:t>
            </a:r>
            <a:br>
              <a:rPr lang="en-US" dirty="0"/>
            </a:b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71D3C73-7769-6FF3-2C1D-6323DE5F6C9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47" b="10047"/>
          <a:stretch>
            <a:fillRect/>
          </a:stretch>
        </p:blipFill>
        <p:spPr>
          <a:xfrm>
            <a:off x="839788" y="1379621"/>
            <a:ext cx="10515600" cy="415490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623F6-4BBB-D7BD-9B22-452EB83C01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6857999"/>
            <a:ext cx="3932237" cy="84221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15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89FF9-A2B3-B0A2-F9A1-1226FA872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82485-EA6D-E96C-EC9C-132E9327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630444" cy="922421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3: Sort Customers Alphabetically</a:t>
            </a:r>
            <a:br>
              <a:rPr lang="en-US" dirty="0"/>
            </a:b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86D2B1B-80AA-91C5-B908-6F1FFB8841A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29" b="10929"/>
          <a:stretch>
            <a:fillRect/>
          </a:stretch>
        </p:blipFill>
        <p:spPr>
          <a:xfrm>
            <a:off x="839788" y="1731963"/>
            <a:ext cx="10515600" cy="412908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B01E9-BFFB-3B98-9CAD-014B70D09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6857999"/>
            <a:ext cx="3932237" cy="84221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9086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B38A3-9796-3C19-5CBA-F42A1965D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4C28-E2E3-708B-2B37-84F11FF4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630444" cy="922421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4: Count Customers by Country</a:t>
            </a:r>
            <a:br>
              <a:rPr lang="en-US" dirty="0"/>
            </a:b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F1EF310-3ED6-8C2D-D47A-1580D88A869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0978" b="10978"/>
          <a:stretch/>
        </p:blipFill>
        <p:spPr>
          <a:xfrm>
            <a:off x="839788" y="1731963"/>
            <a:ext cx="10515600" cy="412908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A50EA4-1C1E-CCF5-2A49-F5B715CC7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6857999"/>
            <a:ext cx="3932237" cy="84221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165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FF8D3-726B-0A7B-A459-8D50E7C59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229FF-C16F-5E4E-1274-6CEAE0E52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630444" cy="922421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5: Calculate Average Invoice Value</a:t>
            </a:r>
            <a:br>
              <a:rPr lang="en-US" dirty="0"/>
            </a:b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B1E28A0F-3FF6-4D15-2EDD-CF9DDF931BC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3243" b="13243"/>
          <a:stretch/>
        </p:blipFill>
        <p:spPr>
          <a:xfrm>
            <a:off x="839788" y="1731963"/>
            <a:ext cx="10515600" cy="412908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D6B5E-A0A3-814F-4FF9-2F94AAF24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6857999"/>
            <a:ext cx="3932237" cy="84221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4214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248F4-59CC-AA50-6DBC-646CA3F8B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FE616-0190-D164-4857-B8D5430BE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630444" cy="922421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6: Calculate Total Revenue </a:t>
            </a:r>
            <a:br>
              <a:rPr lang="en-US" dirty="0"/>
            </a:br>
            <a:endParaRPr lang="en-IN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AE69AE-935A-7AC5-14EF-0F47C94A39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9788" y="1732547"/>
            <a:ext cx="10515600" cy="4128503"/>
          </a:xfrm>
        </p:spPr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D4779-4FE2-4E42-D1AC-021196503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6857999"/>
            <a:ext cx="3932237" cy="84221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EB1628-4E41-F014-E003-80944C594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2" y="1257300"/>
            <a:ext cx="10515600" cy="482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6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E95F0-DA03-7F79-C18D-4E4E3D7F0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16A81-216C-C65E-B3D8-C0563E3C0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630444" cy="922421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7: Customer Invoice Analysis </a:t>
            </a:r>
            <a:br>
              <a:rPr lang="en-US" dirty="0"/>
            </a:b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C27E386-F9CF-CF8A-7067-9C9DAEC862A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0089" b="10089"/>
          <a:stretch/>
        </p:blipFill>
        <p:spPr>
          <a:xfrm>
            <a:off x="839788" y="1731963"/>
            <a:ext cx="10515600" cy="412908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5F63CD-4F36-02AB-481D-9E80A2464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6857999"/>
            <a:ext cx="3932237" cy="84221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6102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759A4-5E8D-ED6F-6D91-8391492CE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D7BD3-FB16-3C94-A50E-49D338A3A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630444" cy="922421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8: Customer and Invoice Overview</a:t>
            </a:r>
            <a:br>
              <a:rPr lang="en-US" dirty="0"/>
            </a:br>
            <a:endParaRPr lang="en-IN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853D0-3AA8-21D8-25C2-17CAC99C87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9788" y="1732547"/>
            <a:ext cx="10515600" cy="4128503"/>
          </a:xfrm>
        </p:spPr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9D80A-4926-5CFB-E3FC-1CEE16A171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6857999"/>
            <a:ext cx="3932237" cy="84221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7D40D3-667A-EADA-70DF-5C7A856D9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2" y="1142999"/>
            <a:ext cx="10515600" cy="53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816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3592B-0115-DB92-26F0-B48858206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B48E1-FB7E-DFB1-3D71-92B1B41D3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630444" cy="922421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9: Top 5 Customers by Revenue</a:t>
            </a:r>
            <a:br>
              <a:rPr lang="en-US" dirty="0"/>
            </a:br>
            <a:endParaRPr lang="en-IN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B98BB3-83BE-9C9C-A39B-A1B1D0DE2B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9788" y="1732547"/>
            <a:ext cx="10515600" cy="4128503"/>
          </a:xfrm>
        </p:spPr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1711BF-19FF-CB98-2C00-F5FEB608F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6857999"/>
            <a:ext cx="3932237" cy="84221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5DBE09-AA6E-FE38-1A3C-CD8A0593D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2" y="1379620"/>
            <a:ext cx="10515600" cy="46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69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E2713-3558-ACD5-E792-4C135039E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9EDE0-2EAA-C058-364B-79BB70DCF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7630444" cy="922421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10: VIP customers</a:t>
            </a:r>
            <a:br>
              <a:rPr lang="en-US" dirty="0"/>
            </a:br>
            <a:endParaRPr lang="en-IN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6B876-BDDC-9DE4-B4CA-52E22621A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9788" y="1732547"/>
            <a:ext cx="10515600" cy="4128503"/>
          </a:xfrm>
        </p:spPr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7CA61-8A40-96CC-A084-343BBF12B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6857999"/>
            <a:ext cx="3932237" cy="84221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7BFB1B-45F0-9ABD-2251-E5249E554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68400"/>
            <a:ext cx="10972800" cy="529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04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5592B-EB33-F073-FD44-48691C695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B0C69-55A1-8B3E-86BF-6EBA523A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457200"/>
            <a:ext cx="8544845" cy="922421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11:</a:t>
            </a:r>
            <a:r>
              <a:rPr lang="en-IN" dirty="0"/>
              <a:t>Employee Performance Dashboard Query</a:t>
            </a:r>
            <a:br>
              <a:rPr lang="en-IN" dirty="0"/>
            </a:b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3754F9B-E37D-8D51-C99C-6691F21564C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0652" b="10652"/>
          <a:stretch/>
        </p:blipFill>
        <p:spPr>
          <a:xfrm>
            <a:off x="839788" y="1731963"/>
            <a:ext cx="10515600" cy="412908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D2FAB-56FA-08D8-2174-34098DE8C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6857999"/>
            <a:ext cx="3932237" cy="84221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4533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8BA93-B37E-4799-95A7-DC693E7EB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44D1E-6A4A-A96B-3A35-159A3E840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35739"/>
            <a:ext cx="7630444" cy="922421"/>
          </a:xfrm>
        </p:spPr>
        <p:txBody>
          <a:bodyPr>
            <a:normAutofit fontScale="90000"/>
          </a:bodyPr>
          <a:lstStyle/>
          <a:p>
            <a:r>
              <a:rPr lang="en-US" dirty="0"/>
              <a:t>Query 12:</a:t>
            </a:r>
            <a:r>
              <a:rPr lang="en-IN" dirty="0"/>
              <a:t>Best-Selling Music Genres</a:t>
            </a:r>
            <a:br>
              <a:rPr lang="en-US" dirty="0"/>
            </a:b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E238C1B-2183-2D5B-69CF-EE0F821DB96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0630" b="10630"/>
          <a:stretch/>
        </p:blipFill>
        <p:spPr>
          <a:xfrm>
            <a:off x="839788" y="1731963"/>
            <a:ext cx="10515600" cy="412908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0B4E6-4424-9429-E4BD-40C063CC7F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6857999"/>
            <a:ext cx="3932237" cy="842211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363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96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Screenshots of SQL Queries and their output</vt:lpstr>
      <vt:lpstr>Query 1: Retrieve all customers </vt:lpstr>
      <vt:lpstr>Query 2: Filter USA customers </vt:lpstr>
      <vt:lpstr>Query 3: Sort Customers Alphabetically </vt:lpstr>
      <vt:lpstr>Query 4: Count Customers by Country </vt:lpstr>
      <vt:lpstr>Query 5: Calculate Average Invoice Value </vt:lpstr>
      <vt:lpstr>Query 6: Calculate Total Revenue  </vt:lpstr>
      <vt:lpstr>Query 7: Customer Invoice Analysis  </vt:lpstr>
      <vt:lpstr>Query 8: Customer and Invoice Overview </vt:lpstr>
      <vt:lpstr>Query 9: Top 5 Customers by Revenue </vt:lpstr>
      <vt:lpstr>Query 10: VIP customers </vt:lpstr>
      <vt:lpstr>Query 11:Employee Performance Dashboard Query </vt:lpstr>
      <vt:lpstr>Query 12:Best-Selling Music Genres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Febee Grace</dc:creator>
  <cp:lastModifiedBy>Febee Grace</cp:lastModifiedBy>
  <cp:revision>1</cp:revision>
  <dcterms:created xsi:type="dcterms:W3CDTF">2026-06-02T13:44:01Z</dcterms:created>
  <dcterms:modified xsi:type="dcterms:W3CDTF">2026-06-02T14:27:01Z</dcterms:modified>
</cp:coreProperties>
</file>